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13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SQL Injection: building, exploiting, and fixing a real login bypass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just typed `admin' --` into a login form's username field, left the password field full of garbage, and got logged in as admin anyway.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 password guessing, no brute force, no stolen credentials.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Just two characters and a quote mark, against a login form I built myself, specifically so I could learn exactly why this works.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Broken Access Control, named properly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How SQL injection actually works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precedence trap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real lab — building, exploiting, and fixing it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Broken Access Control, named properly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Before SQL injection, I closed a loop from a few days earlier.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Back in an earlier lab, I built a Flask app with a bug where changing a number in the URL...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knew the bug existed and knew how to exploit it, but I didn't have the official industry term for...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Today I learned it: this is called Broken Access Control, and it's literally the number one category in the OWASP...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How SQL injection actually works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Then we moved into SQL injection, one of the most historically damaging web vulnerabilities there is.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core idea: a lot of web apps build database queries by directly pasting user input into a string, instead...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an attacker controls part of that string, they can inject their own SQL logic into the query.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Take a classic login query structure: select everything from the users table where username equals whatever was typed, and password...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precedence trap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where it got genuinely interesting, and this is the part of today's session I'm proudest of — not because...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originally proposed the payload `' OR '1'='1'` without anything extra at the end, against a query that checks both...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problem: in SQL, AND binds tighter than OR, the same way multiplication binds tighter than addition in regular math.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that query doesn't evaluate left to right — it groups as username-check OR (the-true-condition AND password-check).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real lab — building, exploiting, and fixing it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Rather than stop at theory, I built an actual vulnerable Flask and SQLite login app, running in an isolated Docker...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login route built its SQL query with an f-string, directly pasting in the username and password exactly like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 I confirmed it worked normally with a real login.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Then I ran the exploit: `' OR '1'='1' --` in the username field.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mistake worth remembering from today isn't really a mistake I made — it's one I almost walked someone else...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initially explained the SQL injection bypass without accounting for operator precedence, and the correction came from working through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you're building SQL injection payloads yourself, don't just memorize `' OR '1'='1'` — understand that the comment marker afterward...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big takeaways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Broken Access Control is the formal OWASP name for what happens when authentication succeeds but authorization — checking what...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Two: SQL injection happens when user input gets pasted directly into a query instead of being treated as pure data,...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operator precedence in SQL is a real, exploitable gotcha — AND binds tighter than OR, so comment markers often...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what's the difference between authentication and authorization, and which one did the access-control bug fail, versus which one would a "no login required at all" bug fail?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Two: in your own words, why does `' OR '1'='1' --` work as a SQL injection payload — what are the two separate things that payload is doing to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what is the actual fix for SQL injection, and why does it work at a mechanical level — what does the database do differently with it?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operational takeaway from today: never build a SQL query by concatenating user input into the query string — always use parameterized queries, so the database separates code from data...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SQL injection and Broken Access Control covered in the OWASP Top 10. Next up is likely Cross-Site Scripting or session attacks, continuing through Phase 4. If you're following along,...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