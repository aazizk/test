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22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 Attacks, Exponential Backoff, and the Password Spraying Blind Spot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Tutor — CEH Track, Phase 5: Identity &amp; Access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Guesses. Under 1 Second.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solidFill>
            <a:srgbClr val="1D232C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 trying 'Summer2024!' -&gt; 200 LOGIN 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SUCCESS: admin:Summer2024!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7432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had upper + lower + digit + symbol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fell to a 10-word dictionary attack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rules don't stop pattern-based guessing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vs. offline credential attacks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breaking a real login form (Docker)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as a defense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spraying blind spot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vs. Offline Attacks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guesses sent live to the server — rate-limitable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attacker already has the hash, cracks locally — not rate-limitable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defense: strong password + slow hash (bcrypt/scrypt/argon2)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lab: online dictionary attack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Lab: Target + Attacker Containers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login, hardcoded admin:Summer2024!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 created with --internal (no internet route)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container resolves target by container name (Docker DNS)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script POSTs each candidate password to /login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Undefended: Instant Compromise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8046720" cy="2194560"/>
          </a:xfrm>
          <a:prstGeom prst="rect">
            <a:avLst/>
          </a:prstGeom>
          <a:solidFill>
            <a:srgbClr val="1D232C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trying 'password'   -&gt; 401 LOGIN FAILED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trying '123456'     -&gt; 401 LOGIN FAILED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trying 'admin'      -&gt; 401 LOGIN FAILED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trying 'letmein'    -&gt; 401 LOGIN FAILED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 trying 'qwerty'     -&gt; 401 LOGIN FAILED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 trying 'Summer2024!' -&gt; 200 LOGIN OK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elapsed time: well under 1 second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Exponential Backoff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Per-username failure counter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before next response = 2^(failures-1) seconds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1s, 2s, 4s, 8s, 16s... capped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hard lockout: no denial-of-service on real users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Re-Test: Same Attack, Timed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solidFill>
            <a:srgbClr val="1D232C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time docker run --rm --network credattack-net credattack-attacker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SUCCESS: admin:Summer2024!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   0m31.725s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predicted 1+2+4+8+16 = 31s cumulative delay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10-word list: instant -&gt; 31.7s. 10,000-word list: hours.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Mistake: What Bypasses Backoff?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first instinct: "rotate source IPs"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tracks usernames, not IPs — rotating IPs changes nothing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bypass: password spraying — 1 password, many usernames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username only ever sees a single attempt — never triggers the counter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Mistake: Sleep vs. Reject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time.sleep() delays one request at a time — if the server is single-threaded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multi-threaded/multi-worker server runs delays in parallel, not stacked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concurrent guesses can finish in ~16s, not 50x16s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reject over threshold instead of sleeping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attacks are throttle-able; offline attacks need strong passwords + slow hashing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beats hard lockout — no self-inflicted DoS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defenses are blind to password spraying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Online vs. offline attacks: why does the difference matter for defenses?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What's the weakness of a sleep-based delay vs. outright rejection?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log signal would flag password spraying, even with no single account over threshold?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Takeaway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645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defense that only watches one account at a time will always miss an attacker who spreads guesses thin across many.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password-spraying hands-on lab, or MFA/SSO protocol mechanics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for Day 23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user/repos/test/pictures/BrainsWork_Logo_Square_1000_1000-150x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457700"/>
            <a:ext cx="548640" cy="548640"/>
          </a:xfrm>
          <a:prstGeom prst="rect">
            <a:avLst/>
          </a:prstGeom>
        </p:spPr>
      </p:pic>
      <p:pic>
        <p:nvPicPr>
          <p:cNvPr id="3" name="Image 1" descr="/home/claudeuser/repos/test/pictures/Abdul_Aziz_Kh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2194560" cy="2926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822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 Aziz Khan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D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Trainer, BrainsWork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48640" y="18288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khan.abdulaziz@gmail.com   |   linkedin.com/in/abdulazizk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2026-10-29T08:56:13Z</dcterms:created>
  <dcterms:modified xsi:type="dcterms:W3CDTF">2026-10-29T08:56:13Z</dcterms:modified>
</cp:coreProperties>
</file>