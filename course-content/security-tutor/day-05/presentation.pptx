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passwd, shadow &amp; Process Privilege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Linux keep your username in a file anyone can read, but your password hash in a file almost nobody can? That's a deliberate design decision.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/etc/passwd field structure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ranges &amp; account types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nologin shell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/etc/shadow vs. /etc/passwd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process privilege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/etc/passwd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: x : UID : GID : comment : home : shell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World-readable by design — lookups need 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 passwd 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alice:x:1001:1001:Alice:/home/alice:/bin/bash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UID Ranges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0 = root, always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1000 = system/service accounts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= real human accounts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nologin Shell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don't need interactive login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nologin shell blocks login without deleting the account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/etc/shadow vs. /etc/passwd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passwd = world-readable metadata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= password hashes, root-only access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prevents offline hash cracking from read access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   -rw-r--r--  (world-readable)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/etc/shadow   -rw-------  (root only)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 &amp; Process Privilege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(default) vs. supplementary groups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runs as a user, inherits that privilege ceiling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USER column = the real privilege boundary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(USER column)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 PID  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    1  /sbin/init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www-data 842 nginx: worker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passwd = world-readable metadata; shadow = locked-down hashes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ranges signal account type at a glance; nologin blocks login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process's user is the ceiling of what a compromise can do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can't password hashes just stay in /etc/passwd if permissions are enforced elsewhere?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What's the practical difference between a primary and supplementary group?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process in ps aux runs as UID 0 — what does that tell you if it's compromised?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user a process runs as defines the ceiling of what an attacker gains if it's exploited.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6 — the final Linux day: cron and privilege escalation.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