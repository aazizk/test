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 &amp; Privilege Escalation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the most common ways attackers get root doesn't involve any exploit at all — just a scheduled job and a file permission mistake.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cron syntax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cron privilege-escalation chain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verification: apt/yum vs. manual installs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sources &amp; brute-force detection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Cron Syntax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time fields + command: min, hour, day, month, weekday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schedule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0 1 * *  /path/script.sh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midnight, on the 1st of every month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Privilege-Escalation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Root-owned cron job + world-writable script = vulnerable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user edits the script → runs as root next trigger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exploit needed — just a permission mistake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 common persistence mechanism post-compromise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chain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World-writable 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root-owned cron entry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attacker edits script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cron fires → code runs as root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 Verification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apt/yum: verify GPG signature vs. trusted keys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dpkg -i / manual binary: skips verification by default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Sources &amp; Brute-Force Detection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/var/log/auth.log (or secure) — authentication events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/var/log/syslog (or messages) — general activity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failures + success from same IP = brute-force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auth.log pattern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password for root from 10.0.0.5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password for root from 10.0.0.5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Accepted password for root from 10.0.0.5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6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"Root-owned" automatically means "safe."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7356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2FDD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0236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60236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of the schedule and permissions on the script are separate questions — both must be checked.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syntax: 5 time fields in order, then the command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Root-owned job + world-writable script = direct path to root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GPG verification separates apt/yum from manual installs; watch auth.log for brute-force patterns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two conditions both have to be true for cron privilege escalation to work?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a GPG signature check protect against that a manual install doesn't?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log pattern indicates a successful brute-force login, and where do you look?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assume a root-owned scheduled task is automatically safe — check permissions on everything it touches.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7 — HTTP, with a real packet capture proving why TLS matters.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