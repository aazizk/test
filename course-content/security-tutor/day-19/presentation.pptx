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19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SameSite Cookies, CSRF Token Delivery, and Origin vs. Site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a weird one: I built a lab specifically to prove that a cookie marked `SameSite=Strict` — the strictest possible cookie protection a browser offers — gets sent on a forged cross-site attack anyway.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Not a bug in the browser.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Not a bug in my code.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 SameSite actually governs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the test lab [REAL LAB]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confusing first result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real result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CSRF token delivery, revisited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what SameSite actually governs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Quick recap of cookies: a cookie is just a name/value pair the server tells your browser to store, and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auto-attach behavior is exactly what makes CSRF (cross-site request forgery) possible: an attacker's page can trigger a request to...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`SameSite` is the attribute designed to stop that.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has three values.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the test lab [REAL LAB]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 actually see this in action, I extended an existing CSRF lab from a few weeks back — a Flask...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added three parallel cookies on login: `session` (no explicit SameSite, relying on browser default), `session_lax`, and `session_strict`.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Then a new endpoint, `/csrf-test`, that does zero CSRF-token checking — pure cookie auth — specifically so SameSite was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 the attacker side, I built two attack vectors: an auto-submitting form that fires a cross-site POST the instant the...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confusing first result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where it got interesting.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ran the attack — both apps on `127.0.0.1`, just different ports, `5000` for the bank and `5001` for evil.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result: *all three cookies arrived*, including `session_strict`.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 should be impossible.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real result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time, the POST attack came back with all three cookies as `null` — blocked, across the board, including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actually expected too: modern browsers silently default unattributed cookies to `Lax` behavior, and Lax blocks cross-site POSTs regardless.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Then the GET link-click test: `session` and `session_lax` came through with their real value, `session_strict` came back `null`.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That's the textbook asymmetry, finally proven for real: `Strict` blocks everything, no exceptions, even a plain link click.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CSRF token delivery, revisited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With SameSite nailed down, I asked for a refresher on how a CSRF token actually reaches the browser in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answer: the server generates a random, unguessable token and embeds it directly in the HTML of a page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attacker's page can *trigger* a request to the real site (that's the whole CSRF problem), but it can't *read...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So the attacker has no way to ever get a valid token into their forged request.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My review-question answers needed two real corrections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First, I described `HttpOnly` as stopping JavaScript from running or reading the page — way too broad.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actually does one narrow thing: it hides that *specific* cookie's value from `document.cookie`.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JavaScript keeps running completely normally otherwise; if a page has three cookies and only one is `HttpOnly`, the other two...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onto: `SameSite` controls whether a cookie is *sent*, `HttpOnly` controls whether a cookie is *readable* by...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"Site" (scheme + registrable domain) is a broader category than "origin" (scheme + host + port) — every origin belongs...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And a CSRF token works because the attacker can trigger a request but can never read the response that would...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Think about browser compliance, and about what counts as "the same site."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Pause here and answer this one yourself: if a cookie had `SameSite=Strict` set, would you still need a CSRF token on that endpoint?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Why or why not?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Operational takeaway for today: never trust a `SameSite`/CSRF test run locally on the same host with just different ports — use genuinely different hostnames, because port is invisible to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you're working through your own security fundamentals, follow along for Day 20 — drop your answer to today's quiz question in the comments first.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