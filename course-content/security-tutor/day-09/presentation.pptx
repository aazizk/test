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09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Enumeration: Why a 403 and a 404 Can Look Identical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something that should bother you: I just pulled two completely different HTTP responses off the same server — one page that's blocked, one page that doesn't exist at all — and they came back with the exact same Content-Length.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Same size, same generic error template, totally different meaning.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you were trying to figure out what's really on a server by eyeballing response size, you'd get it wrong every single time.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setting up the lab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identical Content-Length trap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gobuster and the filtering trick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nmap's script engine and a false positive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Common mistake &amp; correction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setting up the lab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Enumeration is the step between finding a door and learning what's behind it.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Recon tells you a port is open; enumeration tells you the details — versions, hidden paths, misconfigurations.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To make this concrete, I built a small nginx web server in Docker, completely isolated on its own local network,...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 is public and just returns a normal page.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the identical Content-Length trap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So I checked all three paths with curl, using the -I flag to just pull the headers without downloading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public page came back 200 OK, as expected.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secret path came back 403 Forbidden.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nonexistent path came back 404 Not Found.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gobuster and the filtering trick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Knowing that, I moved on to the actual attacker technique this maps to: directory brute-forcing.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used a real tool called gobuster, which takes a wordlist of common path names and fires a request at...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built a tiny custom wordlist with five words: secret, admin, backup, login, and nonexistent.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the part that really made the lesson click.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nmap's script engine and a false positive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To round out enumeration, I ran nmap's script engine against the same lab server — the `-sC` flag, combined with...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Nmap came back with three results worth unpacking.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First, `http-server-header`, which just confirmed the nginx version banner I'd already seen in earlier sessions.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Second, `http-title`, which tries to extract the page's `&lt;title&gt;` tag — genuinely useful, because titles often leak the name of...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F2994A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When I was asked what I'd do before treating that open-proxy flag as a real finding, my first instinct was...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the correct move, and it's worth internalizing as a habit, not just a one-off answer.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Automated tools — gobuster, nmap scripts, vulnerability scanners — surface candidates.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They do not hand you verdicts.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So, three things to take away from today.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One: status codes, not response size or body content, are the only reliable way to tell "exists but blocked" apart...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Before I move on, here are the three questions I was asked at the end of this session — pause...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Question one: why did gobuster report the 403 result but silently drop all four 404 results — what's the general principle behind why scanners treat those two codes so differently?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Question two: if two different paths return identical response body size, what's the one thing you should check instead to tell them apart?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Question three: nmap flagged a false positive on my own container — what's the operational lesson for how you should treat any automated scanner output before you act on it?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the one-line takeaway I'm walking away with today: automated tools report candidates, not verdicts — treat every flagged result as a question, not an answer, until you've confirmed it...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 closes out reconnaissance methodology entirely — recon, scanning, and enumeration are done. Next session starts vulnerability assessment: CVSS scoring, vulnerability classes, and scanning methodology, building directly off today's false-positive...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