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400" kern="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08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Reconnaissance — Passive, Active &amp; the Identical-Response Signal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57607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Tutor — CEH-Track Program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HOOK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mystery service returned the exact same raw response to every probe type I threw at it. That one detail told me everything about it, before reading a line of code.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vs. active recon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WHOIS &amp; DNS recon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Proving CDN protection with headers, not IP ranges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scanning in a real Docker lab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identical-response signal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Passive vs. Active Recon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packet of yours reach the target's own infra?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Passive: WHOIS/DNS — queries a third party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Active: port scans — touches the target directly, detectable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WHOIS &amp; DNS Recon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whois anthropic.com: registry locks = anti-hijacking, good sign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email redacted — GDPR-driven since 2018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 NS → nameservers on Cloudflare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Origin-IP disclosure: attackers hunt the real IP behind a CDN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Proving CDN Protection via Headers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5148438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-I → server: cloudflare, cf-ray headers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proof of proxying, not an IP-range guess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ranges expand over time; headers stay accurate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245718" y="1554480"/>
            <a:ext cx="5211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Header-based verification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45718" y="1965960"/>
            <a:ext cx="5211714" cy="3657600"/>
          </a:xfrm>
          <a:prstGeom prst="roundRect">
            <a:avLst>
              <a:gd name="adj" fmla="val 15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4318" y="2103120"/>
            <a:ext cx="475451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-I https://anthropic.com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HTTP/2 200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server: cloudflare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cf-ray: 8f2a1b3c9d4e5f6a-SJC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Active Scanning — A Real Lab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5148438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Docker network, 127.0.0.1-only, no internet path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on 8080, mystery nc listener on 9000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nmap -sV correctly fingerprints nginx 1.29.1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9000 comes back unrecognized: cslistener?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245718" y="1554480"/>
            <a:ext cx="5211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nmap scan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45718" y="1965960"/>
            <a:ext cx="5211714" cy="3657600"/>
          </a:xfrm>
          <a:prstGeom prst="roundRect">
            <a:avLst>
              <a:gd name="adj" fmla="val 15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4318" y="2103120"/>
            <a:ext cx="475451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nmap -sV -p 7999-9001 127.0.0.1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8080/tcp open  http    nginx 1.29.1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9000/tcp open  unknown cslistener?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Identical-Response Signal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raw response across NULL / GET / Help / SMBProgNeg probes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services respond differently to different input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output = not parsing input at all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nc follow-up confirms the automated flag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Mistake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5180076" cy="3200400"/>
          </a:xfrm>
          <a:prstGeom prst="roundRect">
            <a:avLst>
              <a:gd name="adj" fmla="val 1714"/>
            </a:avLst>
          </a:prstGeom>
          <a:solidFill>
            <a:srgbClr val="1E2430"/>
          </a:solidFill>
          <a:ln w="12700">
            <a:solidFill>
              <a:srgbClr val="7A2E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74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6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WRONG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nmap's "filtered" (silent) is the same as "closed."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77356" y="1737360"/>
            <a:ext cx="5180076" cy="3200400"/>
          </a:xfrm>
          <a:prstGeom prst="roundRect">
            <a:avLst>
              <a:gd name="adj" fmla="val 1714"/>
            </a:avLst>
          </a:prstGeom>
          <a:solidFill>
            <a:srgbClr val="1E2430"/>
          </a:solidFill>
          <a:ln w="12700">
            <a:solidFill>
              <a:srgbClr val="2FDD9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60236" y="1874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60236" y="228600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= explicit RST, confirmed nothing listening. Filtered = silence, genuinely ambiguous — likely a firewall.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554480" y="17373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recon queries third parties; active recon touches the target directly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554480" y="31089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CDN/WAF via headers (server, cf-ray), not IP ranges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54480" y="44805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responses across different probes = not parsing input — confirm manually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— Pause and Think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1737360"/>
            <a:ext cx="1036015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What's the one-sentence test for passive vs. active recon?</a:t>
            </a:r>
            <a:endParaRPr lang="en-US" sz="1900" dirty="0"/>
          </a:p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Why is header verification more reliable than an IP-range check?</a:t>
            </a:r>
            <a:endParaRPr lang="en-US" sz="1900" dirty="0"/>
          </a:p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What's the real difference between nmap's "closed" and "filtered," and why does it matter?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828800"/>
            <a:ext cx="10725912" cy="0"/>
          </a:xfrm>
          <a:prstGeom prst="line">
            <a:avLst/>
          </a:prstGeom>
          <a:noFill/>
          <a:ln w="25400">
            <a:solidFill>
              <a:srgbClr val="2FDD9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0312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port number is a convention, not an enforcement mechanism — verify with a real probe, not an assumption.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72591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enumeration — finishing Phase 2 with deeper service discovery and directory brute-forcing.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2026-10-11T17:43:10Z</dcterms:created>
  <dcterms:modified xsi:type="dcterms:W3CDTF">2026-10-11T17:43:10Z</dcterms:modified>
</cp:coreProperties>
</file>