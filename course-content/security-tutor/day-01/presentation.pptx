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Addressing, CIDR &amp; Interfaces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Tutor — CEH-Track Program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591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192.168.1.137/26 — without a calculator — can you name the first usable address, the last usable address, and the total host count? By the end of this lesson, yes.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 &amp; subnet masks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notation (/24, /25, /26, /28)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broadcast &amp; usable host range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addresses vs. IP addresses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flags: UP vs. LOWER_UP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Addresses &amp; Subnet Masks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alone means little — mask defines the network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splits address into network bits + host bits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= 24 network bits, 8 host bits = 256 addresses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Network, Broadcast &amp; Usable Range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address = all-zero host bits (first)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address = all-one host bits (last)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range = everything in between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/24 → 254 usable · /28 → 14 usable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192.168.1.0/24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Network:    192.168.1.0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Broadcast:  192.168.1.255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Usable:     .1 - .254 (254 hosts)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Addresses vs. IP Addresses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= logical, assigned, can change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= burned into hardware, local-segment only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handles one hop; IP crosses networks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Flags: UP vs. LOWER_UP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5148438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= administratively enabled (software)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LOWER_UP = physical link actually detected</a:t>
            </a:r>
            <a:endParaRPr lang="en-US" sz="1800" dirty="0"/>
          </a:p>
          <a:p>
            <a:pPr marL="342900" indent="-342900">
              <a:lnSpc>
                <a:spcPct val="140000"/>
              </a:lnSpc>
              <a:buSzPct val="100000"/>
              <a:buChar char="▪"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without LOWER_UP = enabled but nothing plugged 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45718" y="1554480"/>
            <a:ext cx="52117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45718" y="1965960"/>
            <a:ext cx="5211714" cy="3657600"/>
          </a:xfrm>
          <a:prstGeom prst="roundRect">
            <a:avLst>
              <a:gd name="adj" fmla="val 15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74318" y="2103120"/>
            <a:ext cx="4754514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eth0: flags=UP,BROADCAST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&lt;LOWER_UP missing&gt;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enabled, but no physical link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54480" y="17373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mask/CIDR splits an IP into network + host portions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31089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broadcast addresses are reserved, never assigned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D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4480560"/>
            <a:ext cx="97200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≠ LOWER_UP — software state vs. physical link state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D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— Pause and Think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36015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800"/>
              </a:spcAft>
              <a:buNone/>
            </a:pPr>
            <a:r>
              <a:rPr lang="en-US" sz="19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10.0.0.0/28: what's the network address, broadcast address, and usable host count?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10725912" cy="0"/>
          </a:xfrm>
          <a:prstGeom prst="line">
            <a:avLst/>
          </a:prstGeom>
          <a:noFill/>
          <a:ln w="25400">
            <a:solidFill>
              <a:srgbClr val="2FDD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2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check interface state before trusting that an IP is reachable — UP alone doesn't mean connected.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Day 2 — routing, default gateways, and how a packet decides where to go.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security-tutor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