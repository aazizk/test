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ndLogo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inerPhoto.jpg"/><Relationship Id="rId3" Type="http://schemas.openxmlformats.org/officeDocument/2006/relationships/image" Target="../media/brandLogo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210312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spc="400" dirty="0">
                <a:solidFill>
                  <a:srgbClr val="2FDD95"/>
                </a:solidFill>
                <a:latin typeface="Courier New" pitchFamily="34" charset="0"/>
              </a:rPr>
              <a:t>DAY 16</a:t>
            </a:r>
            <a:endParaRPr lang="en-US" sz="2200"/>
          </a:p>
        </p:txBody>
      </p:sp>
      <p:sp>
        <p:nvSpPr>
          <p:cNvPr id="3" name="Title"/>
          <p:cNvSpPr/>
          <p:nvPr/>
        </p:nvSpPr>
        <p:spPr>
          <a:xfrm>
            <a:off x="731520" y="2743200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Cambria" pitchFamily="34" charset="0"/>
              </a:rPr>
              <a:t>SSRF: Making the Server Attack Itself</a:t>
            </a:r>
            <a:endParaRPr lang="en-US" sz="4000"/>
          </a:p>
        </p:txBody>
      </p:sp>
      <p:sp>
        <p:nvSpPr>
          <p:cNvPr id="4" name="Subtitle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AA3AE"/>
                </a:solidFill>
                <a:latin typeface="Calibri" pitchFamily="34" charset="0"/>
              </a:rPr>
              <a:t>Security Tutor — CEH-Track Program</a:t>
            </a:r>
            <a:endParaRPr lang="en-US" sz="1600"/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THE HOOK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ran one `curl` command against a URL preview tool — not even a login form, not a file upload, just a box that says "paste a link, we'll show you a preview" — and the server handed me back a set of AWS credentials it had no business giving me.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never touched the system those credentials lived on.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just asked the server, politely, to go fetch something for me.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WHAT WE'LL COVER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CSRF vs SSRF — who actually sends the request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why internal network position matters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why cloud metadata is the crown jewel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Common mistake &amp; correction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Recap &amp; quiz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CSRF vs SSRF — who actually sends the request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Quick contrast before we dive in, because these two get confused constantly.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In CSRF, the attacker can't send a request themselves — they trick the *victim's browser* into sending it, piggybacking on...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In SSRF, the attacker again can't send the request themselves — but this time they trick the *vulnerable server* into...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Neither attack involves the attacker directly firing the malicious request.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why internal network position matters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the setup I built to prove this for real.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spun up two Docker containers on their own isolated network.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One, called `internal-service`, simulates something an attacker should never be able to reach directly — think an internal admin panel,...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 deliberately did **not** publish its port to my host machine.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CONCEPT</a:t>
            </a:r>
            <a:endParaRPr lang="en-US" sz="1600"/>
          </a:p>
        </p:txBody>
      </p:sp>
      <p:sp>
        <p:nvSpPr>
          <p:cNvPr id="3" name="Title"/>
          <p:cNvSpPr/>
          <p:nvPr/>
        </p:nvSpPr>
        <p:spPr>
          <a:xfrm>
            <a:off x="731520" y="1150000"/>
            <a:ext cx="10725912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2F2"/>
                </a:solidFill>
                <a:latin typeface="Cambria" pitchFamily="34" charset="0"/>
              </a:rPr>
              <a:t>why cloud metadata is the crown jewel</a:t>
            </a:r>
            <a:endParaRPr lang="en-US" sz="3200"/>
          </a:p>
        </p:txBody>
      </p:sp>
      <p:sp>
        <p:nvSpPr>
          <p:cNvPr id="4" name="Body"/>
          <p:cNvSpPr/>
          <p:nvPr/>
        </p:nvSpPr>
        <p:spPr>
          <a:xfrm>
            <a:off x="731520" y="22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This matters so much in the real world because of a special address: `169.254.169.254`.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Every major cloud provider — AWS, Azure, GCP — exposes this address to every virtual machine.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It's the instance metadata service, and it hands out temporary cloud credentials so the instance can talk to other cloud...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an SSRF bug lets an attacker make the server fetch that address, they don't just get a webpage —...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F2994A"/>
                </a:solidFill>
                <a:latin typeface="Courier New" pitchFamily="34" charset="0"/>
              </a:rPr>
              <a:t>COMMON MISTAKE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When I went to apply the fix, I handed myself just the `preview()` function to splice into the existing file,...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Lesson learned, and it's a good one for anyone following along doing real lab work: when you're editing a short...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Partial snippet edits are exactly how you silently drop a critical line and spend ten minutes debugging a typo instead...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Full-file replacement cost nothing and the rebuild worked immediately.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RECAP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things to hold onto: first, SSRF abuses network trust, not browser same-origin policy — it's a completely different mechanism...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Second, cloud metadata endpoints are the single highest-value SSRF target because they hand out live credentials, not just data.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Third, the fix is validating the destination before fetching — ideally with an allowlist of permitted destinations, because a denylist...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[SCREEN: three numbered questions on screen, pause card] And my answers: one, the victim's browser sends the forged request in...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QUIZ — PAUSE AND THINK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 are the three review questions from today's session — pause the video and answer them yourself before I give you my answers: One — in one sentence, what's the...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Two — why did IMDSv2's token requirement specifically defeat the classic SSRF exploit pattern, even though SSRF itself wasn't "fixed"?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Three — if the fix only blocked the literal string "internal-service" instead of checking the resolved IP address, how could an attacker still get through?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TAKEAWAY</a:t>
            </a:r>
            <a:endParaRPr lang="en-US" sz="1600"/>
          </a:p>
        </p:txBody>
      </p:sp>
      <p:sp>
        <p:nvSpPr>
          <p:cNvPr id="4" name="Body"/>
          <p:cNvSpPr/>
          <p:nvPr/>
        </p:nvSpPr>
        <p:spPr>
          <a:xfrm>
            <a:off x="731520" y="1300000"/>
            <a:ext cx="10725912" cy="4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Here's today's one-line operational takeaway: when you validate a user-supplied URL server-side, always check the *actual resolved IP address* against policy, not just the hostname string — and recheck it...</a:t>
            </a:r>
          </a:p>
          <a:p>
            <a:pPr indent="-228600" marL="228600">
              <a:buFont typeface="Arial"/>
              <a:buChar char="•"/>
            </a:pPr>
            <a:r>
              <a:rPr lang="en-US" sz="1800" dirty="0">
                <a:solidFill>
                  <a:srgbClr val="9AA3AE"/>
                </a:solidFill>
                <a:latin typeface="Calibri" pitchFamily="34" charset="0"/>
              </a:rPr>
              <a:t>If you want to see Day 17, where we're covering session hijacking — the attack that comes after someone's already logged in — follow along, and drop a comment with...</a:t>
            </a:r>
          </a:p>
        </p:txBody>
      </p:sp>
      <p:pic>
        <p:nvPicPr>
          <p:cNvPr id="90001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731520" y="548640"/>
            <a:ext cx="7000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spc="300" dirty="0">
                <a:solidFill>
                  <a:srgbClr val="2FDD95"/>
                </a:solidFill>
                <a:latin typeface="Courier New" pitchFamily="34" charset="0"/>
              </a:rPr>
              <a:t>ABOUT THE TRAINER</a:t>
            </a:r>
            <a:endParaRPr lang="en-US" sz="1600"/>
          </a:p>
        </p:txBody>
      </p:sp>
      <p:sp>
        <p:nvSpPr>
          <p:cNvPr id="3" name="Name"/>
          <p:cNvSpPr/>
          <p:nvPr/>
        </p:nvSpPr>
        <p:spPr>
          <a:xfrm>
            <a:off x="731520" y="1300000"/>
            <a:ext cx="700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2F2"/>
                </a:solidFill>
                <a:latin typeface="Cambria" pitchFamily="34" charset="0"/>
              </a:rPr>
              <a:t>Abdul Aziz Khan</a:t>
            </a:r>
            <a:endParaRPr lang="en-US" sz="3600"/>
          </a:p>
        </p:txBody>
      </p:sp>
      <p:sp>
        <p:nvSpPr>
          <p:cNvPr id="4" name="Role"/>
          <p:cNvSpPr/>
          <p:nvPr/>
        </p:nvSpPr>
        <p:spPr>
          <a:xfrm>
            <a:off x="731520" y="2150000"/>
            <a:ext cx="700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FDD95"/>
                </a:solidFill>
                <a:latin typeface="Calibri" pitchFamily="34" charset="0"/>
              </a:rPr>
              <a:t>Trainer, BrainsWork</a:t>
            </a:r>
            <a:endParaRPr lang="en-US" sz="1800"/>
          </a:p>
        </p:txBody>
      </p:sp>
      <p:sp>
        <p:nvSpPr>
          <p:cNvPr id="5" name="Bio"/>
          <p:cNvSpPr/>
          <p:nvPr/>
        </p:nvSpPr>
        <p:spPr>
          <a:xfrm>
            <a:off x="731520" y="2750000"/>
            <a:ext cx="7000000" cy="2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AE"/>
                </a:solidFill>
                <a:latin typeface="Calibri" pitchFamily="34" charset="0"/>
              </a:rPr>
              <a:t>Abdul Aziz Khan is a seasoned Telecom and IT professional, currently working as a DevOps engineer for a Fortune 500 financial company. A long-time practitioner turned teacher, he built this course to make security concepts concrete through real, hands-on labs rather than slides alone. Open, candid, and always glad to talk shop.</a:t>
            </a:r>
            <a:endParaRPr lang="en-US" sz="1400"/>
          </a:p>
        </p:txBody>
      </p:sp>
      <p:sp>
        <p:nvSpPr>
          <p:cNvPr id="6" name="Contact"/>
          <p:cNvSpPr/>
          <p:nvPr/>
        </p:nvSpPr>
        <p:spPr>
          <a:xfrm>
            <a:off x="731520" y="5450000"/>
            <a:ext cx="700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2F2"/>
                </a:solidFill>
                <a:latin typeface="Calibri" pitchFamily="34" charset="0"/>
              </a:rPr>
              <a:t>khan.abdulaziz@gmail.com   |   linkedin.com/in/abdulazizk</a:t>
            </a:r>
            <a:endParaRPr lang="en-US" sz="1300"/>
          </a:p>
        </p:txBody>
      </p:sp>
      <p:pic>
        <p:nvPicPr>
          <p:cNvPr id="7" name="Train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2" y="2057400"/>
            <a:ext cx="2057400" cy="2743200"/>
          </a:xfrm>
          <a:prstGeom prst="rect">
            <a:avLst/>
          </a:prstGeom>
        </p:spPr>
      </p:pic>
      <p:pic>
        <p:nvPicPr>
          <p:cNvPr id="8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2" y="6172200"/>
            <a:ext cx="548640" cy="54864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2026-10-11T17:43:10Z</dcterms:created>
  <dcterms:modified xsi:type="dcterms:W3CDTF">2026-10-11T17:43:10Z</dcterms:modified>
</cp:coreProperties>
</file>