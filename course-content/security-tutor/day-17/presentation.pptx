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17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Session Hijacking via Session Fixation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Picture this: an attacker opens a brand-new browser — no cookies, no saved passwords, nothing — types in one URL, and is instantly logged in as "alice." No password guessing.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stolen cookie.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malware on her machine.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is a session, really?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 ways to hijack a session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and exploiting the lab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What is a session, really?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Let's start with the basics, because this whole attack hinges on understanding what a "session" actually is under the hood.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you log into a website, the server doesn't ask for your password again on every single click you make.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Instead, right after you log in, the server hands your browser a session ID — think of it as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Every time your browser makes a request after that, it automatically attaches that cookie.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Two ways to hijack a session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Session hijacking, broadly, means an attacker gets hold of a *valid* session ID belonging to someone else and uses it...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There are a couple of ways to get there.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first is the one most people picture: interception or theft — sniffing unencrypted traffic, or stealing the cookie through...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But today's variant is different, and honestly more interesting conceptually: session fixation.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and exploiting the lab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I built this for real — a small Flask application with two specific vulnerabilities stacked on top of each...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First, the app would accept a session ID directly from a URL query parameter, something like `?sessionid=ATTACKER123`, and just trust...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 — and this is the real bug — when a user logged in, the app never issued them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just flipped a flag on whatever session was already active to "logged in." Here's how the attack played out,...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fix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 here actually maps to both bugs individually, and either one alone would have stopped this specific attack.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First: never trust a session ID that arrives via a URL parameter — only ever read it from the cookie...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Second, and more fundamentally important as a general principle: always mint a brand-new session ID at the exact moment of...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is called session ID rotation, and it should happen on login, and ideally on logout too.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walked through my own reasoning for the first review question, I said the *browser* was reading the session...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actually backwards — browsers don't interpret cookies or sessions at all, they just store and resend whatever bytes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was the *server's* code reading `request.args` that created the vulnerability.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It's a small slip, but it matters, because precisely separating "what the client does" from "what the server does" is...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a session ID is a bearer token — whoever has it, the server trusts, no further password check.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Two: fixation means the attacker plants a known ID *before* login, rather than stealing one after.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rotating the session ID at the moment of login closes this hole completely.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First: what are the two separate vulnerabilities in today's lab, and would fixing just one of them have been enough?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Second: what's the fundamental difference between what an attacker needs to obtain in session fixation versus classic cookie-theft hijacking?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Got your answers?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your one-line takeaway to carry forward: never trust a session identifier the client could have chosen or supplied before authentication — always mint a fresh one the moment privilege...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 want to follow the rest of this series, the next sessions are going to dig further into web app attacks and start moving into identity and access management....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