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18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Session Hijacking via XSS: Stealing a Cookie Instead of Stealing a Password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[SCREEN: terminal showing the attacker collector's log line] Here's a line I watched scroll across my screen a few minutes into today's lab: `GET /steal?c=session_id=330c79bc050105142d6410058cd5f95b`.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it.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one line meant I now had full, working access to someone else's logged-in account — not their password, not their email, nothing they typed.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a session hijack actually needs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reintroducing the XSS hole, on purpose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building the theft payload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watching the theft happen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proving the hijack is real, not theoretical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what a session hijack actually needs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Quick refresher on the mechanics, because it matters for what's coming.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you log into a site, the server doesn't re-check your password on every click — it hands your browser...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server looks up that ID and treats you as whoever it belongs to.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further questions asked.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reintroducing the XSS hole, on purpose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went back to the exact same vulnerable app from Day 14 — a small Flask app with a guestbook...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Back then, I fixed its stored-XSS bug by removing a template filter called `|safe`, which tells Flask to skip its...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For today's lab, I deliberately put that vulnerability back, and I added something Day 14's app didn't have: an actual...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 realistic vulnerabilities, stacked, which honestly isn't rare — a lot of real breaches come from exactly this kind of...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building the theft payload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the payload I submitted into the guestbook as my "name": an image tag pointing at a URL that doesn't...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Browsers are very good at silently failing to load broken images — but that `onerror` event still fires, and it'll...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a classic way to sneak script execution past a filter that only thinks to block literal `&lt;script&gt;` tags.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Inside that handler, I called `fetch()`, pointed at a second little server I'd stood up on port 8000, and appended...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watching the theft happen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 the other side, I had Python's built-in `http.server` running — nothing fancy, it's not even built to receive stolen...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moment I, playing the victim, loaded the guestbook page while logged in, that terminal lit up with a request...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My browser did exactly what browsers always do — attached the cookie automatically and ran the page's JavaScript — and...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proving the hijack is real, not theoretical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This is the part I think matters most, and it's the part that turns "huh, interesting" into "oh no." I...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response: "Welcome, alice!" No password.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login form.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second factor.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want to flag a mix-up I made myself in the review questions, because I think it's a genuinely common...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answered a question about `SameSite=Strict` by saying it would have blocked today's attack, reasoning that it stops cross-site scripts...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wrong, and it's worth being precise about why: `SameSite` controls one narrow thing — whether a browser attaches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has nothing to do with where JavaScript is allowed to execute, and nothing to do with whether `document.cookie` can...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hold onto from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First: a live session cookie is just as valuable to an attacker as a password, and in some ways more...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Second: `HttpOnly` blocks JavaScript from reading a cookie, but it does not stop the browser from sending that cookie automatically...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Third: fixing the symptom isn't the same as fixing the cause — after I applied `HttpOnly`, the stolen cookie came...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what's the structural difference between what I did today and session fixation from Day 17, in terms of what the attacker needs to obtain?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Two: does `HttpOnly` stop a browser from sending a cookie on a normal request, like a `fetch()` call with credentials included?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Three: would `SameSite=Strict` have prevented today's specific attack — cookie theft via a stored XSS payload on the same site as the cookie?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there's one line to take away from today, it's this: cookie-protection attributes are narrow, single-purpose tools, not general-purpose session security — real defense needs several of them layered together,...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you've been following this series, you've now seen the full session-attack trio — CSRF, SSRF, and both flavors of session hijacking — all built, exploited, and fixed by hand....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