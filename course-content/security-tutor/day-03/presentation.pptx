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TCP, DNS &amp; the Full Request 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happens, step by step, between hitting enter on a URL and a page loading? Today the disconnected facts finally became one continuous mental model.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vs. UDP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 three-way handshake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ephemeral ports &amp; the 4-tuple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basics (A/AAAA, why UDP)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chain: DNS → routing → TCP → HTTP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vs. UDP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connection-oriented, reliable, ordered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fire-and-forget, no guarantees, fast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for correctness · UDP for speed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TCP Three-Way Handshake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SYN (seq number)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SYN-ACK (seq + ack = client seq+1)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ACK (ack = server seq+1)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is the connection open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      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  (seq=x)  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←  SYN-ACK (seq=y, ack=x+1)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ACK  (ack=y+1) 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&amp; the 4-Tuple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ports: 80 (HTTP), 443 (HTTPS)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ports: temporary, client-side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4-tuple = srcIP + srcPort + dstIP + dstPort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Basics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records (IPv4), AAAA records (IPv6)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runs over UDP — small, fast, retry on loss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DNS resolves name → IP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Routing delivers packets (local/ARP or gateway)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TCP handshake opens the connection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HTTP request/response runs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lookup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Routing / delivery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TCP handshake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HTTP request/response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6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"just happens" invisibly before everything else.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7356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2FD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0236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60236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is a real step with its own protocol, transport choice, and failure modes — worth watching for spoofing.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trades speed for reliability via the handshake; UDP trades reliability for speed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4-tuple is what makes individual connections distinguishable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request is a chain: DNS → routing → TCP handshake → HTTP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DNS use UDP instead of TCP?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the three-way handshake, what does the server's SYN-ACK ack number equal?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Name all four parts of the 4-tuple — why not just the two IPs?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real connection is a chain of distinct steps — know the chain to know where things break or get attacked.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4 — into Linux fundamentals: permissions, users, and the filesystem.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