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5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Relationship Id="rId3" Type="http://schemas.openxmlformats.org/officeDocument/2006/relationships/image" Target="../media/trainerPhot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20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CEH Checkpoint #2: Nine Days Under Review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 port scan comes back "filtered." Is that the same as "closed"?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got this wrong — again — three weeks after being corrected the first time.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Today's checkpoint wasn't about new material. It was about what actually stuck.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950000"/>
            <a:ext cx="10725912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</a:rPr>
              <a:t>12 questions, 9 days of web security, zero new material</a:t>
            </a:r>
            <a:endParaRPr lang="en-US" sz="2000"/>
          </a:p>
        </p:txBody>
      </p:sp>
      <p:sp>
        <p:nvSpPr>
          <p:cNvPr id="4" name="Body"/>
          <p:cNvSpPr/>
          <p:nvPr/>
        </p:nvSpPr>
        <p:spPr>
          <a:xfrm>
            <a:off x="731520" y="175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nmap filtered vs. closed — a third miss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CSRF vs. SSRF — who actually sends the request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SSRF &amp; cloud metadata — why 169.254.169.254 matters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SameSite=Lax — right answer, wrong reasoning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Mistake &amp; correction: reflected XSS delivery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nmap: filtered vs. closed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closed = RST received — host reachable, nothing listening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filtered = no response at all — firewall silently dropped it, or just a timeout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nmap can't tell "dropped by firewall" from "host unreachable"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mistake: described filtered using an HTTP 404 analogy — wrong layer entirely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missed this 3 times now — next time: a real packet capture, not another explanation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CSRF vs. SSRF: who sends the request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CSRF — the victim's own browser sends the forged request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rides along on the victim's existing authenticated session cookie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SSRF — the vulnerable server itself sends the request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tricked by attacker-supplied input, e.g. a URL parameter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SSRF's favorite target: cloud metadata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169.254.169.254 — link-local, only reachable from inside the instance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holds the instance's temporary IAM credentials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SSRF lets an attacker use the server as a proxy to reach it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IMDSv2 requires a session token first — blocks naive SSRF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SameSite=Lax: memorized ≠ understood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correct outcome: cross-site POST blocked, GET link-click allowed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wrong reasoning given: "GET loads data, POST changes state"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real rule: safe method AND top-level navigation (address bar changes)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img / iframe / fetch are GET too — still blocked, not top-level nav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had the answer, not the model — exposed by a reworded question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COMMON MISTAKE &amp; CORRECTION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Reflected XSS: who sends what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Wrong: "the user submits malicious input to themselves"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Right: attacker crafts a link, tricks the victim into clicking it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victim's own browser sends that payload to the server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server reflects it straight back — executes in the victim's own session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Three things worth keeping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nmap closed = RST; filtered = silence — a firewall-layer concept, not HTTP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CSRF: victim's browser sends it. SSRF: the server sends it.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SameSite=Lax cares about top-level navigation, not GET vs. POST as categories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75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single server-side action defeats session fixation entirely?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two conditions must a request satisfy for SameSite=Lax to allow it cross-site?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What's stored behind a cloud instance's metadata endpoint that makes SSRF so dangerous there?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OPERATIONAL TAKEAWAY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Reach for the mechanism, not the analogy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 confident wrong analogy is worse than admitting you don't remember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next up: Phase 5 — Identity &amp; Access Management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subscribe for the next session; drop your quiz answers in the comments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