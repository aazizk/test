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rainerPhoto.jpg"/><Relationship Id="rId3" Type="http://schemas.openxmlformats.org/officeDocument/2006/relationships/image" Target="../media/brandLogo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21031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spc="400" dirty="0">
                <a:solidFill>
                  <a:srgbClr val="2FDD95"/>
                </a:solidFill>
                <a:latin typeface="Courier New" pitchFamily="34" charset="0"/>
              </a:rPr>
              <a:t>DAY 14</a:t>
            </a:r>
            <a:endParaRPr lang="en-US" sz="2200"/>
          </a:p>
        </p:txBody>
      </p:sp>
      <p:sp>
        <p:nvSpPr>
          <p:cNvPr id="3" name="Title"/>
          <p:cNvSpPr/>
          <p:nvPr/>
        </p:nvSpPr>
        <p:spPr>
          <a:xfrm>
            <a:off x="731520" y="274320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F2F2"/>
                </a:solidFill>
                <a:latin typeface="Cambria" pitchFamily="34" charset="0"/>
              </a:rPr>
              <a:t>Cross-Site Scripting: Making the Victim's Own Browser Betray Them</a:t>
            </a:r>
            <a:endParaRPr lang="en-US" sz="4000"/>
          </a:p>
        </p:txBody>
      </p:sp>
      <p:sp>
        <p:nvSpPr>
          <p:cNvPr id="4" name="Subtitle"/>
          <p:cNvSpPr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3AE"/>
                </a:solidFill>
                <a:latin typeface="Calibri" pitchFamily="34" charset="0"/>
              </a:rPr>
              <a:t>Security Tutor — CEH-Track Program</a:t>
            </a:r>
            <a:endParaRPr lang="en-US" sz="160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THE HOOK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navigated to a URL that looked completely ordinary and got a real JavaScript alert box popping up in my own browser — not because anything was broken, but because the server took my input and printed it straight back into the page as code.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That's Cross-Site Scripting, and today I built it, exploited it twice, and fixed it for real.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WHAT WE'LL COVER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what XSS actually is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reflected vs. stored, the real difference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building and exploiting the lab [REAL LAB]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fix and its real limits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Common mistake &amp; correction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Recap &amp; quiz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what XSS actually is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Cross-Site Scripting tricks the victim's own browser into running attacker-controlled JavaScript, inside the trusted context of the real site.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That's what makes it dangerous — the script doesn't run as some anonymous outsider, it inherits whatever the logged-in victim's...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There are three flavors.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Reflected XSS rides in on the request itself, usually a URL parameter, and the server echoes it straight back unescaped.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reflected vs. stored, the real difference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practical difference is blast radius and delivery.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Reflected XSS needs the attacker to get one specific victim to trigger one specific crafted request — usually by clicking...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That makes it a one-to-one, social-engineering-dependent attack; the hook matters as much as the payload.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Stored XSS needs none of that.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building and exploiting the lab [REAL LAB]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Real, hands-on lab, deliberately run without Docker this time — just a Python virtual environment and a Flask dev server...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No filesystem or database isolation needed for this vulnerability class, so a bare local server was the right call.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Two vulnerable routes.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`/search` takes a `q` parameter and renders it back using Jinja2's `|safe` filter — which explicitly tells Flask "skip your...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the fix and its real limits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fix: remove `|safe` from both templates, let Flask's default auto-escaping do its job — converting `&lt;` and `&gt;` into...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After restarting and re-running both exploits, the script tag printed as harmless literal text — no execution, in both the...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One boundary worth knowing: escaping assumes you want plain text output.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A feature that legitimately needs *some* HTML — bold or italic in a comment box — can't just escape everything,...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F2994A"/>
                </a:solidFill>
                <a:latin typeface="Courier New" pitchFamily="34" charset="0"/>
              </a:rPr>
              <a:t>COMMON MISTAKE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was asked directly: is escaping "the same fix" as yesterday's parameterized queries?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My gut answer blurred them together, but they're genuinely different mechanisms sharing the same goal.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Parameterized queries keep the data completely separate from the query structure — it's never parsed as SQL at all, out-of-band...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HTML escaping still embeds the data directly in the document, but transforms the dangerous characters so the parser can't read...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RECAP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Three things to hold onto: XSS is SQL injection's sibling, aimed at the browser instead of the database.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Reflected is one-to-one and delivery-dependent; stored is one-to-many and needs no trickery after the first submission.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And `HttpOnly` limits the damage from XSS, it doesn't fix the underlying hole.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QUIZ — PAUSE AND THINK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Pause and think about this one: if `document.cookie` comes back empty even on a page where you've proven `alert(document.cookie)` fires, what server-side setting most likely explains that?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TAKEAWAY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Operational takeaway: escaping and parameterized queries both stop untrusted data from being treated as code, but through different mechanisms — in-band encoding versus out-of-band separation — and knowing which one...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Follow along for Day 15, drop your answer to today's quiz question in the comments.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7000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ABOUT THE TRAINER</a:t>
            </a:r>
            <a:endParaRPr lang="en-US" sz="1600"/>
          </a:p>
        </p:txBody>
      </p:sp>
      <p:sp>
        <p:nvSpPr>
          <p:cNvPr id="3" name="Name"/>
          <p:cNvSpPr/>
          <p:nvPr/>
        </p:nvSpPr>
        <p:spPr>
          <a:xfrm>
            <a:off x="731520" y="1300000"/>
            <a:ext cx="70000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Cambria" pitchFamily="34" charset="0"/>
              </a:rPr>
              <a:t>Abdul Aziz Khan</a:t>
            </a:r>
            <a:endParaRPr lang="en-US" sz="3600"/>
          </a:p>
        </p:txBody>
      </p:sp>
      <p:sp>
        <p:nvSpPr>
          <p:cNvPr id="4" name="Role"/>
          <p:cNvSpPr/>
          <p:nvPr/>
        </p:nvSpPr>
        <p:spPr>
          <a:xfrm>
            <a:off x="731520" y="2150000"/>
            <a:ext cx="7000000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FDD95"/>
                </a:solidFill>
                <a:latin typeface="Calibri" pitchFamily="34" charset="0"/>
              </a:rPr>
              <a:t>Trainer, BrainsWork</a:t>
            </a:r>
            <a:endParaRPr lang="en-US" sz="1800"/>
          </a:p>
        </p:txBody>
      </p:sp>
      <p:sp>
        <p:nvSpPr>
          <p:cNvPr id="5" name="Bio"/>
          <p:cNvSpPr/>
          <p:nvPr/>
        </p:nvSpPr>
        <p:spPr>
          <a:xfrm>
            <a:off x="731520" y="2750000"/>
            <a:ext cx="7000000" cy="2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AE"/>
                </a:solidFill>
                <a:latin typeface="Calibri" pitchFamily="34" charset="0"/>
              </a:rPr>
              <a:t>Abdul Aziz Khan is a seasoned Telecom and IT professional, currently working as a DevOps engineer for a Fortune 500 financial company. A long-time practitioner turned teacher, he built this course to make security concepts concrete through real, hands-on labs rather than slides alone. Open, candid, and always glad to talk shop.</a:t>
            </a:r>
            <a:endParaRPr lang="en-US" sz="1400"/>
          </a:p>
        </p:txBody>
      </p:sp>
      <p:sp>
        <p:nvSpPr>
          <p:cNvPr id="6" name="Contact"/>
          <p:cNvSpPr/>
          <p:nvPr/>
        </p:nvSpPr>
        <p:spPr>
          <a:xfrm>
            <a:off x="731520" y="5450000"/>
            <a:ext cx="70000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</a:rPr>
              <a:t>khan.abdulaziz@gmail.com   |   linkedin.com/in/abdulazizk</a:t>
            </a:r>
            <a:endParaRPr lang="en-US" sz="1300"/>
          </a:p>
        </p:txBody>
      </p:sp>
      <p:pic>
        <p:nvPicPr>
          <p:cNvPr id="7" name="Trainer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2" y="2057400"/>
            <a:ext cx="2057400" cy="2743200"/>
          </a:xfrm>
          <a:prstGeom prst="rect">
            <a:avLst/>
          </a:prstGeom>
        </p:spPr>
      </p:pic>
      <p:pic>
        <p:nvPicPr>
          <p:cNvPr id="8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2026-10-11T17:43:10Z</dcterms:created>
  <dcterms:modified xsi:type="dcterms:W3CDTF">2026-10-11T17:43:10Z</dcterms:modified>
</cp:coreProperties>
</file>