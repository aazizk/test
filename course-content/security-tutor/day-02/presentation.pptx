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Delivery vs. Routing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your laptop sends a packet, how does it decide: deliver it directly on the local network, or send it to a router? That decision happens every single time.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routed delivery decision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ARP's role in local delivery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 &amp; routing tables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Longest-prefix-match &amp; the default route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vs. Routed Delivery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packet: is the destination in my own subnet?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deliver directly, no router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local → hand off to the default gateway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ARP and Local Delivery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delivery needs a MAC address, not just an IP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ARP: broadcast "who has this IP?"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replies with its MAC — now delivery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Gateway &amp; Routing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Non-local traffic → default gateway (router)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keeps a routing table of known destinations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matches → longest-prefix-match wins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Longest-prefix-match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table: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10.0.0.0/16  → eth0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10.0.0.0/28  → eth1   ← wins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Dest: 10.0.0.5 matches both,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/28 is more specific.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Route — 0.0.0.0/0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specific route possible — matches everything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when nothing more specific matches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"send it to the internet" fallback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packet starts with a local-vs-routed decision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resolves an IP into a MAC for local delivery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use longest-prefix-match, fallback 0.0.0.0/0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router has routes for 10.0.0.0/24 and 10.0.0.0/16; traffic is headed to 10.0.0.5 — which route wins and why?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protocol resolves an IP address into a MAC address?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0.0.0.0/0 and when is it actually used?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computer never assumes it can reach something directly — it checks "is this local" first.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3 — TCP's three-way handshake and DNS, tied into one full connection flow.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