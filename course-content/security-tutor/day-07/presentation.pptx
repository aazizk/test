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Fundamentals — Proving TLS with a Packet Capture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login, same password, captured twice — once over HTTP, once over TLS. One capture shows the password in clear text. The other: zero matches.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0725912" cy="182880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114800"/>
            <a:ext cx="101772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http.pcap | strings | grep 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username=alice&amp;password=SuperSecret123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SuperSecret123 tls.pcap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matches)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real HTTP request/response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codes, live (2xx-5xx)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&amp; sessions, HttpOnly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proven empirically via tcpdump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Real HTTP Request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path + version, then headers, blank line, body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Content-Length: how many bytes to expect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how to interpret them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header can leak exact software/version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nginx request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-v http://localhost:8080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GET / HTTP/1.1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HTTP/1.1 200 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Content-Type: text/html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Server: nginx/1.29.1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Codes,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success · 3xx redirect · 4xx client error · 5xx server error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200 vs. real 404 observed directly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&amp; Sessions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Set-Cookie → client stores it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request: client echoes Cookie automatically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blocks JavaScript from reading the cookie (anti-XSS)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round trip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1: Set-Cookie: sid=abc123; HttpOnly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2:  Cookie: sid=abc123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TLS, Proven Empirically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on identical logins: plaintext vs. TLS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capture: password readable via cat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capture: grep for the same password → nothing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 means "wrong password."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7356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2FD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236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0236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= resource exists, access denied. 404 = genuinely not there. Attackers use this to map hidden pages.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plain, structured text: headers, blank line, body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are a round trip; HttpOnly protects against JS access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is the literal difference between a readable password and an unrecoverable one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What's the practical difference between a 403 and a 404, and why would an attacker care?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the HttpOnly flag actually prevent?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problem could a missing/wrong Content-Length cause for the client?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"Private" doesn't mean "protected" — a trusted network is not the same as an encrypted one.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8 — real reconnaissance against a real public domain.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