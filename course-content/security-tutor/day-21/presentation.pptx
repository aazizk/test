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5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Relationship Id="rId3" Type="http://schemas.openxmlformats.org/officeDocument/2006/relationships/image" Target="../media/trainerPhot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21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Authentication, Authorization &amp; Privilege Escalation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HOOK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Who checked whether you’re allowed to delete that user?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/admin/delete-user?id=5 only checks: "valid session cookie?"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 check for: "is this session an admin?"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Authentication passed. Authorization never happened.</a:t>
            </a:r>
            <a:endParaRPr lang="en-US" sz="18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TODAY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What we’ll cover</a:t>
            </a:r>
            <a:endParaRPr lang="en-US" sz="36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Authentication vs. Authorization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Privilege escalation: vertical vs. horizontal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Credential attacks: brute force, stuffing, spraying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MFA &amp; SSO tradeoffs</a:t>
            </a:r>
            <a:endParaRPr lang="en-US" sz="18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Authentication vs. Authorization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Authentication: "Who are you?"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Authorization: "What can you do?"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They fail independently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IDOR = authN fine, authZ missing</a:t>
            </a:r>
            <a:endParaRPr lang="en-US" sz="18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Privilege Escalation: Vertical vs. Horizontal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Vertical: tier changes (user → root)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Example: cron job running as root, exploited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Horizontal: same tier, different target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Example: guessing another user’s reset token</a:t>
            </a:r>
            <a:endParaRPr lang="en-US" sz="18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Credential Attacks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Brute force: every combo, one account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Dictionary: likely passwords, one account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Credential stuffing: leaked pairs, other sites (relies on reuse)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Password spraying: one password, many accounts (dodges lockouts)</a:t>
            </a:r>
            <a:endParaRPr lang="en-US" sz="18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MFA &amp; SSO Basics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MFA: know + have + are — 2 of 3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SSO: one login, many connected apps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Tradeoff: convenience vs. single point of failure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 compromised SSO credential = many services exposed</a:t>
            </a:r>
            <a:endParaRPr lang="en-US" sz="18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Right concept, wrong label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Root cron-job exploit example: correctly described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But labeled "horizontal" — it’s actually vertical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Fix: always ask — did the tier change, or just the target?</a:t>
            </a:r>
            <a:endParaRPr lang="en-US" sz="18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Key takeaways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AuthN = identity, AuthZ = permission — most access-control bugs are AuthZ failures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Vertical = tier change, Horizontal = same tier/different target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Credential stuffing exploits reuse; spraying dodges per-account lockouts</a:t>
            </a:r>
            <a:endParaRPr lang="en-US" sz="18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Pause and think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1. Session cookie checked, resource ownership not — authN or authZ failure?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2. Name vertical vs. horizontal privesc, one example each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3. Why does password spraying evade account lockouts?</a:t>
            </a:r>
            <a:endParaRPr lang="en-US" sz="18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Ask: did the tier change, or just the target?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 one question resolves vertical vs. horizontal, every time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Next session: hands-on credential-attack lab</a:t>
            </a:r>
            <a:endParaRPr lang="en-US" sz="1800"/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Drop your quiz answers in the comments</a:t>
            </a:r>
            <a:endParaRPr lang="en-US" sz="18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SecurityTutor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21 — Authentication, Authorization &amp; Privilege Escalation</dc:title>
  <dc:subject>Security Tutor</dc:subject>
  <dc:creator>Security Tutor</dc:creator>
  <cp:lastModifiedBy>Security Tutor</cp:lastModifiedBy>
  <cp:revision>1</cp:revision>
  <dcterms:created xsi:type="dcterms:W3CDTF">2026-10-27T00:00:00Z</dcterms:created>
  <dcterms:modified xsi:type="dcterms:W3CDTF">2026-10-27T00:00:00Z</dcterms:modified>
</cp:coreProperties>
</file>