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Permissions &amp; the Disguised-Executable Flag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Tutor — CEH-Track Program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would a plain text file ever need permission to execute? It wouldn't — and seeing one that can is a warning sign, not a curiosity.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vs. encrypted protocols (SSH/Telnet/SMTP)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filesystem hierarchy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rwx permission string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Octal notation &amp; chmod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Plaintext vs. Encrypted Protocols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&amp; plain SMTP: credentials sent in the clear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SSH: encrypted replacement for Telnet's job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HTTP vs. HTTPS from Day 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Linux Filesystem Hierarchy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/bin — essential binaries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 — system-wide config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 — user directories · /root — root's home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 — variable data (logs) · /tmp — world-writable scratch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rwx Permission String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groups of three: owner / group / other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group: read, write, execute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Breaking down rwxr--r--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 r-- r--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owner grp other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owner: rwx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group: read-only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other: read-only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Octal Notation &amp; chmod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read=4, write=2, execute=1 — sum per group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700 — owner-only, nothing for anyone else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777 — full access for literally everyone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Octal math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 = 4+2+1 = 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r-- = 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rwxr--r-- = 744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rwx------ = 700  (owner-only)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rwxrwxrwx = 777  (everyone, full access)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180076" cy="3200400"/>
          </a:xfrm>
          <a:prstGeom prst="roundRect">
            <a:avLst>
              <a:gd name="adj" fmla="val 1714"/>
            </a:avLst>
          </a:prstGeom>
          <a:solidFill>
            <a:srgbClr val="1E2430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6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777 as a quick fix for a permission error.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7356" y="1737360"/>
            <a:ext cx="5180076" cy="3200400"/>
          </a:xfrm>
          <a:prstGeom prst="roundRect">
            <a:avLst>
              <a:gd name="adj" fmla="val 1714"/>
            </a:avLst>
          </a:prstGeom>
          <a:solidFill>
            <a:srgbClr val="1E2430"/>
          </a:solidFill>
          <a:ln w="12700">
            <a:solidFill>
              <a:srgbClr val="2FDD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0236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60236" y="2286000"/>
            <a:ext cx="481431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 removes all access control — fix narrowly (correct group, or 700) instead.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17373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protocols expose credentials; SSH is the encrypted alternative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1089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 always breaks into owner/group/other, mapped to octal (4/2/1)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44805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execute bit on a .txt file is a concrete red flag; 777 = anyone can touch it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Pause and Think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does chmod 644 grant, broken down by owner/group/other?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is chmod 700 the right call for a sensitive script?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.txt file has rwxrwxrwx — what two problems would you flag?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725912" cy="0"/>
          </a:xfrm>
          <a:prstGeom prst="line">
            <a:avLst/>
          </a:prstGeom>
          <a:noFill/>
          <a:ln w="25400">
            <a:solidFill>
              <a:srgbClr val="2FD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just read permission strings, question them — permissions should match what a file is actually supposed to do.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5 — /etc/passwd and /etc/shadow, and why they're split in two.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