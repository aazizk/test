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8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brandLogo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brandLogo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brandLogo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brandLogo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brandLogo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brandLogo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brandLogo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brandLogo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brandLogo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brandLogo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brand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trainerPhoto.jpg"/><Relationship Id="rId3" Type="http://schemas.openxmlformats.org/officeDocument/2006/relationships/image" Target="../media/brandLogo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4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04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Linux Permissions &amp; the Disguised-Executable Flag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Tutor — CEH-Track Program</a:t>
            </a:r>
            <a:endParaRPr lang="en-US" sz="16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HOOK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would a plain text file ever need permission to execute? It wouldn't — and seeing one that can is a warning sign, not a curiosity.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 vs. encrypted protocols (SSH/Telnet/SMTP)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Linux filesystem hierarchy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rwx permission string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Octal notation &amp; chmod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Plaintext vs. Encrypted Protocols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Telnet &amp; plain SMTP: credentials sent in the clear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SSH: encrypted replacement for Telnet's job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as HTTP vs. HTTPS from Day 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Linux Filesystem Hierarchy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/bin — essential binaries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/etc — system-wide config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/home — user directories · /root — root's home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/var — variable data (logs) · /tmp — world-writable scratch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rwx Permission String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groups of three: owner / group / other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group: read, write, execute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Breaking down rwxr--r--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rwx r-- r--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owner grp other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owner: rwx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group: read-only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other: read-only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Octal Notation &amp; chmod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read=4, write=2, execute=1 — sum per group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chmod 700 — owner-only, nothing for anyone else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chmod 777 — full access for literally everyone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Octal math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rwx = 4+2+1 = 7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r-- = 4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rwxr--r-- = 744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rwx------ = 700  (owner-only)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rwxrwxrwx = 777  (everyone, full access)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Mistake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5180076" cy="3200400"/>
          </a:xfrm>
          <a:prstGeom prst="roundRect">
            <a:avLst>
              <a:gd name="adj" fmla="val 1714"/>
            </a:avLst>
          </a:prstGeom>
          <a:solidFill>
            <a:srgbClr val="1E2430"/>
          </a:solidFill>
          <a:ln w="12700">
            <a:solidFill>
              <a:srgbClr val="7A2E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74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6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WRONG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chmod 777 as a quick fix for a permission error.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7356" y="1737360"/>
            <a:ext cx="5180076" cy="3200400"/>
          </a:xfrm>
          <a:prstGeom prst="roundRect">
            <a:avLst>
              <a:gd name="adj" fmla="val 1714"/>
            </a:avLst>
          </a:prstGeom>
          <a:solidFill>
            <a:srgbClr val="1E2430"/>
          </a:solidFill>
          <a:ln w="12700">
            <a:solidFill>
              <a:srgbClr val="2FDD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0236" y="1874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60236" y="228600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777 removes all access control — fix narrowly (correct group, or 700) instead.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554480" y="17373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 protocols expose credentials; SSH is the encrypted alternative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554480" y="31089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rwx always breaks into owner/group/other, mapped to octal (4/2/1)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44805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execute bit on a .txt file is a concrete red flag; 777 = anyone can touch it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— Pause and Think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73736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What does chmod 644 grant, broken down by owner/group/other?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Why is chmod 700 the right call for a sensitive script?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 .txt file has rwxrwxrwx — what two problems would you flag?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10725912" cy="0"/>
          </a:xfrm>
          <a:prstGeom prst="line">
            <a:avLst/>
          </a:prstGeom>
          <a:noFill/>
          <a:ln w="25400">
            <a:solidFill>
              <a:srgbClr val="2FDD9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just read permission strings, question them — permissions should match what a file is actually supposed to do.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Day 5 — /etc/passwd and /etc/shadow, and why they're split in two.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 Slide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731520" y="548640"/>
            <a:ext cx="7000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spc="300" dirty="0">
                <a:solidFill>
                  <a:srgbClr val="2FDD95"/>
                </a:solidFill>
                <a:latin typeface="Courier New" pitchFamily="34" charset="0"/>
              </a:rPr>
              <a:t>ABOUT THE TRAINER</a:t>
            </a:r>
            <a:endParaRPr lang="en-US" sz="1600"/>
          </a:p>
        </p:txBody>
      </p:sp>
      <p:sp>
        <p:nvSpPr>
          <p:cNvPr id="3" name="Name"/>
          <p:cNvSpPr/>
          <p:nvPr/>
        </p:nvSpPr>
        <p:spPr>
          <a:xfrm>
            <a:off x="731520" y="1300000"/>
            <a:ext cx="7000000" cy="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2F2"/>
                </a:solidFill>
                <a:latin typeface="Cambria" pitchFamily="34" charset="0"/>
              </a:rPr>
              <a:t>Abdul Aziz Khan</a:t>
            </a:r>
            <a:endParaRPr lang="en-US" sz="3600"/>
          </a:p>
        </p:txBody>
      </p:sp>
      <p:sp>
        <p:nvSpPr>
          <p:cNvPr id="4" name="Role"/>
          <p:cNvSpPr/>
          <p:nvPr/>
        </p:nvSpPr>
        <p:spPr>
          <a:xfrm>
            <a:off x="731520" y="2150000"/>
            <a:ext cx="7000000" cy="4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FDD95"/>
                </a:solidFill>
                <a:latin typeface="Calibri" pitchFamily="34" charset="0"/>
              </a:rPr>
              <a:t>Trainer, BrainsWork</a:t>
            </a:r>
            <a:endParaRPr lang="en-US" sz="1800"/>
          </a:p>
        </p:txBody>
      </p:sp>
      <p:sp>
        <p:nvSpPr>
          <p:cNvPr id="5" name="Bio"/>
          <p:cNvSpPr/>
          <p:nvPr/>
        </p:nvSpPr>
        <p:spPr>
          <a:xfrm>
            <a:off x="731520" y="2750000"/>
            <a:ext cx="7000000" cy="2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</a:rPr>
              <a:t>Abdul Aziz Khan is a seasoned Telecom and IT professional, currently working as a DevOps engineer for a Fortune 500 financial company. A long-time practitioner turned teacher, he built this course to make security concepts concrete through real, hands-on labs rather than slides alone. Open, candid, and always glad to talk shop.</a:t>
            </a:r>
            <a:endParaRPr lang="en-US" sz="1400"/>
          </a:p>
        </p:txBody>
      </p:sp>
      <p:sp>
        <p:nvSpPr>
          <p:cNvPr id="6" name="Contact"/>
          <p:cNvSpPr/>
          <p:nvPr/>
        </p:nvSpPr>
        <p:spPr>
          <a:xfrm>
            <a:off x="731520" y="5450000"/>
            <a:ext cx="700000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alibri" pitchFamily="34" charset="0"/>
              </a:rPr>
              <a:t>khan.abdulaziz@gmail.com   |   linkedin.com/in/abdulazizk</a:t>
            </a:r>
            <a:endParaRPr lang="en-US" sz="1300"/>
          </a:p>
        </p:txBody>
      </p:sp>
      <p:pic>
        <p:nvPicPr>
          <p:cNvPr id="7" name="Trainer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2057400"/>
            <a:ext cx="2057400" cy="2743200"/>
          </a:xfrm>
          <a:prstGeom prst="rect">
            <a:avLst/>
          </a:prstGeom>
        </p:spPr>
      </p:pic>
      <p:pic>
        <p:nvPicPr>
          <p:cNvPr id="8" name="Bran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2026-10-11T17:43:10Z</dcterms:created>
  <dcterms:modified xsi:type="dcterms:W3CDTF">2026-10-11T17:43:10Z</dcterms:modified>
</cp:coreProperties>
</file>