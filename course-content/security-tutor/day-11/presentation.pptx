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11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Why a "clean" vulnerability scan can still miss a critical bug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THE HOOK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just ran a vulnerability scanner against my own web app.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It checked over six thousand five hundred items and came back with exactly two findings — both minor.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 missing header, a server banner.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WHAT WE'LL COVER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three reasons scanners miss real vulnerabilities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building and exploiting a real IDOR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fix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Common mistake &amp; correction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Recap &amp; quiz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the three reasons scanners miss real vulnerabilities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Before touching any code, let's talk about why this blind spot exists at all.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There are three main reasons a scanner can report "clean" when it isn't.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First: the scan was unauthenticated.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a scanner only ever visits a site as an anonymous visitor, it simply never sees what happens once you're...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building and exploiting a real IDOR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To make this concrete, I built a tiny real application — not a simulation — and ran a real scanner...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app has a login page and a profile page at a URL like `/profile?id=1`.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When you log in, it redirects you to your own profile using your own user ID.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Simple enough.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the fix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fix is a single comparison.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Instead of trusting whatever ID shows up in the URL, the server needs to look up the ID that belongs...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made that change, rebuilt the container, logged back in as alice, and tried the exact same attack again.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This time: "Forbidden.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F2994A"/>
                </a:solidFill>
                <a:latin typeface="Courier New" pitchFamily="34" charset="0"/>
              </a:rPr>
              <a:t>COMMON MISTAKE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want to flag my own stumble here, because it's a useful one.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When I first worked through which false-negative causes a credentialed scan fixes, my gut answer included the WAF-blocking scenario —...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Authentication answers "who are you." A WAF or rate limiter is answering a totally different question: "does this traffic pattern...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It's a reminder that in security, it really pays to ask precisely which problem a given fix solves, instead of...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 things to take away from today.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One: false negatives happen for three distinct reasons — unauthenticated scope, custom logic the scanner can't understand, and active defenses...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Two: IDOR is a specific, extremely common real-world bug where authentication is checked but ownership isn't — and it falls...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Three: a scanner reporting zero critical findings tells you what the scanner's signatures could see — it does not mean...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 — PAUSE AND THINK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What's your one-sentence pushback?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Question two: in the lab, the app checked "are you logged in" but never checked what specific thing — and what's the general name for that vulnerability class?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Question three: why couldn't a generic scanner have found this IDOR bug, even if you handed it a valid, logged-in session cookie to scan with?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TAKEAWAY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The operational takeaway for today: a clean scan report is not a security sign-off.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It only proves the scanner's signatures found nothing within the access level it was given — authorization bugs like this one almost always require manual or credentialed, logic-aware testing to...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