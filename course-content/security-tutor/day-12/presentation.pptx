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12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Closing out vulnerability assessment: scoping, credentialed scanning, and report aggregation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a question that trips up a lot of people inside security teams, not just outsiders: if your company owns a server, and you work in security at that same company, are you automatically allowed to scan it?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Today I learned the answer is no — and the reason why actually changes how you think about authorization entirely.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[SCREEN: text on screen — "Same company ≠ same authorization"]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Scoping and authorization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Credentialed vs. uncredentialed scanning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Report aggregation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Scoping and authorization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Let's start with the authorization question from the hook.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instinct a lot of people have is "well, the company owns the server, and I work for the company,...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actually had a good real-world anchor for this from my own job.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At my company, even the infosec team can't scan another team's containers or infrastructure without notifying that team first —...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Credentialed vs. uncredentialed scanning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second concept builds directly on a lab from a couple days earlier in the course, where I built 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I ran an unauthenticated nikto scan against that app, it completely missed the bug.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Found two trivial header issues and nothing else.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the practical difference between uncredentialed and credentialed scanning.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Report aggregation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last piece is what happens after the scan finishes.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Raw scanner output — hundreds of lines of banner grabs and CVE IDs — isn't useful to anyone who has...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gets aggregated into a report through a few steps: de-duplication, since one real vulnerability can trigger multiple overlapping scanner...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Now here's the mistake, and I think this one's genuinely useful because it's an easy trap.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From an earlier lab, I found two issues on a test web server: a missing X-Frame-Options header, and a minor...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correctly ranked X-Frame-Options as the higher severity finding — that part was right.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But when I explained why, I said it was because an attacker could use it to directly read other users'...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So, three big ideas from today.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One, ownership and explicit consent create authorization — not shared employment, and scoping documents exist to formalize exactly what's in...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Two, credentialed and uncredentialed scans answer different questions about different threat models, and you need both for a complete picture,...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Three, a vulnerability assessment isn't finished when the scan finishes — findings have to be de-duplicated, severity-ranked, triaged for false...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What's the minimum thing you need before doing that, and why doesn't "we work for the same company" satisfy it?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Does that mean credentialed scanning should always replace uncredentialed scanning going forward?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Third: what three things are typically required in a scoping and authorization document before a scan begins?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operational takeaway from today: authorization is about who owns the system and who explicitly granted consent, not about who happens to work at the same company — get 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 officially closes out the vulnerability assessment phase of this course. Next up is web security and the OWASP Top 10, starting with a direct callback to that IDOR bug...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